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WEEK, TWO MORE THINGS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3018"/>
            <a:ext cx="10566166" cy="38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open tab, and two ways to close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8749"/>
            <a:ext cx="5206868" cy="3783421"/>
          </a:xfrm>
          <a:prstGeom prst="roundRect">
            <a:avLst>
              <a:gd name="adj" fmla="val 2349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197921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first = driver.getWindowHandle();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19830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41739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driver.findElement(By.linkText(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63639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"Open the Waits page in a new tab")).click();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85548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07457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Set&lt;String&gt; all = driver.getWindowHandles();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29366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all.size();          // 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51266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73175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(String h : all) {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95084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driver.switchTo().window(h);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16993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7437" y="1788749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2017349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GETWINDOWHANDLE()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2241560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String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28133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tab the driver is on now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7437" y="308280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8748" y="331140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GETWINDOWHANDLES()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8748" y="353561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Set of every tab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38748" y="382219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 over it to switch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7437" y="437695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38748" y="460555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CLOSE() OR QUIT()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482976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close(): this tab only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38748" y="511634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quit(): every tab, and the session ends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1020"/>
            <a:ext cx="10566166" cy="264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close(), switch to another tab before you use the driver again.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642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0368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459998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ElementActions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once, call it everywhere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78331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the end: one test that passes for a good user and catches every defect you found by hand last week.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87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XPATH, TWO KINDS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28222"/>
            <a:ext cx="10566166" cy="422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XPath, then relative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79001"/>
            <a:ext cx="5206868" cy="1574780"/>
          </a:xfrm>
          <a:prstGeom prst="roundRect">
            <a:avLst>
              <a:gd name="adj" fmla="val 645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07601"/>
            <a:ext cx="4724248" cy="18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THE FULL ROAD FROM THE TOP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67199"/>
            <a:ext cx="4724248" cy="25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one 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9034"/>
            <a:ext cx="4724248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step from &lt;html&gt; down. What Chrome’s Copy full XPath gives you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549884"/>
            <a:ext cx="5206868" cy="567385"/>
          </a:xfrm>
          <a:prstGeom prst="roundRect">
            <a:avLst>
              <a:gd name="adj" fmla="val 1566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3740353"/>
            <a:ext cx="4775088" cy="186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/html/body/main/form/section[1]/div[1]/input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1879001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107601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JUMP STRAIGHT TO 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388321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//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747040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Anywhere in the page, by what the element 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361700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3552261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//input[@id='first-name']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810" y="4345412"/>
            <a:ext cx="10566166" cy="894558"/>
          </a:xfrm>
          <a:prstGeom prst="roundRect">
            <a:avLst>
              <a:gd name="adj" fmla="val 11356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3171"/>
            <a:ext cx="10108966" cy="538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find the First name field on forms.html. Add one &lt;div&gt; above that field and the first one finds nothing — the second still finds it.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468112"/>
            <a:ext cx="10566166" cy="576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Absolute is a street address with every turn. Relative is the person’s name. We write relative.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RELATIVE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XPath in six patterns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THE PRACTICE SITE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//input[@id='first-name']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//*[@name='email']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//input[contains(@placeholder,'first name')]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//input[starts-with(@id,'first')]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//button[normalize-space()='Save draft']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@name='lastName']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981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OUR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376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225924"/>
            <a:ext cx="10566166" cy="838139"/>
          </a:xfrm>
          <a:prstGeom prst="roundRect">
            <a:avLst>
              <a:gd name="adj" fmla="val 10604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4163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 website = new File("src/test/resources/practice-site/forms.html");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6449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driver.get(website.toURI().toString());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10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4029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field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852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1162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[2] trick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66893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08203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Delete draft button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49277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544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505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4424"/>
            <a:ext cx="10566166" cy="89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 every test passed. Even the wrong ones.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System.out.println(title);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Assert.assertEquals(title, "Swag Labs");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696633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874484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Precondition → Steps →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Report. Last week we skipped the third step. An assert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compare.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966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TESTNG ASSERT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359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asserts do almost everything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24334"/>
            <a:ext cx="10566166" cy="2114459"/>
          </a:xfrm>
          <a:prstGeom prst="roundRect">
            <a:avLst>
              <a:gd name="adj" fmla="val 420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148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562515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Assert.assertEquals(driver.getTitle(), "Swag Labs");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81013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05775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Assert.assertTrue(condition, "message if it fails");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305373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Assert.assertTrue(error.contains("locked out"), "No locked-out message");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55308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8007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Assert.assertNotEquals(secondTab, firstTab);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810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ACTUAL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TestNG the order is (actual, expected)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4029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 them and the failure message lies to you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017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3327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3327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what went wrong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13327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the actual result of your defect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1540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TEST THAT EXPECTS AN ERROR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5476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Wrong password is a test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43129"/>
            <a:ext cx="10566166" cy="2047799"/>
          </a:xfrm>
          <a:prstGeom prst="roundRect">
            <a:avLst>
              <a:gd name="adj" fmla="val 434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73359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7170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void wrongPassword() 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0981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login("standard_user", "wrong");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44792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String error = driver.findElement(By.cssSelector("[data-test='error']")).getText();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68603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Assert.assertEquals(error,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92423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"Epic sadface: Username and password do not match any user in this service");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16234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83223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test passes when the login fails. That is a negative scenario from week 2, now automated.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0740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READ THE RED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4687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it the test, or the product?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could not find the element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your locator. Fix the test.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 such element: Unable to locate element: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{"method":"link text","selector":"Twitter"}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017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3327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ASSERTIONERROR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 was there, the value was wrong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3327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the product. Write a defect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017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07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but found [Sauce Labs Fleece Jacket]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940137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real, from preparing this section. The site renamed its Twitter link to X. My test broke; the product did not.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510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FRESH START FOR EACH TEST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447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@BeforeTest or @BeforeMethod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852837"/>
          <a:ext cx="10566166" cy="914400"/>
        </p:xfrm>
        <a:graphic>
          <a:graphicData uri="http://schemas.openxmlformats.org/drawingml/2006/table">
            <a:tbl>
              <a:tblPr/>
              <a:tblGrid>
                <a:gridCol w="2958527"/>
                <a:gridCol w="3803820"/>
                <a:gridCol w="38038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 / @AfterTest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@BeforeMethod / @AfterMethod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Once, around all the tests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Before and after every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Browsers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for the whole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new one for each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when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tests are steps of one journey: log in, add, check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Each test must start clean: four different logins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project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ShopRegression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LoginTest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82766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one driver in one place — the place just runs more often.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2395"/>
            <a:ext cx="10566166" cy="43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ElementActions, like BrowserActions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15485"/>
            <a:ext cx="5460888" cy="4129522"/>
          </a:xfrm>
          <a:prstGeom prst="roundRect">
            <a:avLst>
              <a:gd name="adj" fmla="val 2152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059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ElementActions {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2504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private final WebDriver driver;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54413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76322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type(By locator, String text) {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98222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driver.findElement(locator).sendKeys(text);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20131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42040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click(By locator) {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63949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driver.findElement(locator).click();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85849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07758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String getText(By locator) {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29667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return driver.findElement(locator).getText();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51576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7348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1458" y="1915485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2768" y="2144085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92768" y="2388504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1458" y="3217316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2768" y="3445916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AFTER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92768" y="3690427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page.type(By.id("user-name"), "standard_user");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51458" y="4519239"/>
            <a:ext cx="4927519" cy="1525859"/>
          </a:xfrm>
          <a:prstGeom prst="roundRect">
            <a:avLst>
              <a:gd name="adj" fmla="val 665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2768" y="4747839"/>
            <a:ext cx="4444898" cy="1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92768" y="4996007"/>
            <a:ext cx="4444898" cy="24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place to change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2768" y="5313304"/>
            <a:ext cx="4444898" cy="5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a wait next week, and every test gets it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 · THE PROMISE FROM SLIDE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found these by hand in an hour.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form: the lab sheet, your two .java files, and one screenshot of the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you need is on the repo: the lab sheet and two reference files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has two meanings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NoSuchElement: the test. AssertionError: the product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2026-10-25T03:42:38Z</dcterms:created>
  <dcterms:modified xsi:type="dcterms:W3CDTF">2026-10-25T03:42:38Z</dcterms:modified>
</cp:coreProperties>
</file>