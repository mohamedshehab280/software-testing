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642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0368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459998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ElementActions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once, call it everywhere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78331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the end: one test that passes for a good user and catches every defect you found by hand last week.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XPath in six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//*[@data-test='error']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//input[contains(@class,'form_input')]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//input[starts-with(@id,'user')]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//span[text()='Products']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011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THE TRAP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4948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Copy XPath gives you the wrong one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WHAT CHROME COPIES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094787"/>
            <a:ext cx="5206868" cy="819120"/>
          </a:xfrm>
          <a:prstGeom prst="roundRect">
            <a:avLst>
              <a:gd name="adj" fmla="val 108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8700" y="3285256"/>
            <a:ext cx="4775088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/html/body/div/div/div[2]/div[1]/div/div/form/div[1]/input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017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WHAT YOU WRITE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3094787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7907" y="3285256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//input[@id='user-name']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810" y="4155216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332976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one is a street address with eleven turns. Move one wall and it leads nowhere. The second one is the person’s name.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5342565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paste a path that starts with a single /.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24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 · THE COURSE PRACTICE SITE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95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locators on form-elements.html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40224"/>
            <a:ext cx="10566166" cy="609539"/>
          </a:xfrm>
          <a:prstGeom prst="roundRect">
            <a:avLst>
              <a:gd name="adj" fmla="val 1458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5306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driver.get(Paths.get("AutoProjectFinal/form-elements.html").toUri().toString());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1910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4029" y="34196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4029" y="37003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Email Address field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4029" y="40591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type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852" y="31910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1162" y="34196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31162" y="37003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Confirm Password field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31162" y="40591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(//input)[2]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66893" y="31910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08203" y="34196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08203" y="37003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Danger Action button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08203" y="40591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text on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813493"/>
            <a:ext cx="105661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page shows one locator next to each field. Yours must be different — and </a:t>
            </a:r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Ctrl + F.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2810" y="5340187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505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4424"/>
            <a:ext cx="10566166" cy="89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 every test passed. Even the wrong ones.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System.out.println(title);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Assert.assertEquals(title, "Swag Labs");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696633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874484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Precondition → Steps →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Report. Last week we skipped the third step. An assert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compare.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9966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TESTNG ASSERT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359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asserts do almost everything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24334"/>
            <a:ext cx="10566166" cy="2114459"/>
          </a:xfrm>
          <a:prstGeom prst="roundRect">
            <a:avLst>
              <a:gd name="adj" fmla="val 420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3148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expected);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562515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Assert.assertEquals(driver.getTitle(), "Swag Labs");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81013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05775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Assert.assertTrue(condition, "message if it fails");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305373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Assert.assertTrue(error.contains("locked out"), "No locked-out message");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55308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8007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Assert.assertNotEquals(secondTab, firstTab);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810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ACTUAL FIRST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TestNG the order is (actual, expected)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4029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 them and the failure message lies to you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017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13327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MESSAGE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3327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what went wrong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13327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the actual result of your defect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1540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TEST THAT EXPECTS AN ERROR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5476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Wrong password is a test too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43129"/>
            <a:ext cx="10566166" cy="2047799"/>
          </a:xfrm>
          <a:prstGeom prst="roundRect">
            <a:avLst>
              <a:gd name="adj" fmla="val 434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73359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97170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void wrongPassword() 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20981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login("standard_user", "wrong");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44792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String error = driver.findElement(By.cssSelector("[data-test='error']")).getText();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68603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Assert.assertEquals(error,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92423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"Epic sadface: Username and password do not match any user in this service");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416234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483223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test passes when the login fails. That is a negative scenario from week 2, now automated.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0740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READ THE RED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4687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it the test, or the product?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NOSUCHELEMENTEXCEPTION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could not find the element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your locator. Fix the test.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 such element: Unable to locate element: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{"method":"link text","selector":"Twitter"}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017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3327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ASSERTIONERROR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 was there, the value was wrong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3327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the product. Write a defect report.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017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7907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but found [Sauce Labs Fleece Jacket]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940137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real, from preparing this section. The site renamed its Twitter link to X. My test broke; the product did not.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510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FRESH START FOR EACH TEST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447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@BeforeTest or @BeforeMethod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852837"/>
          <a:ext cx="10566166" cy="914400"/>
        </p:xfrm>
        <a:graphic>
          <a:graphicData uri="http://schemas.openxmlformats.org/drawingml/2006/table">
            <a:tbl>
              <a:tblPr/>
              <a:tblGrid>
                <a:gridCol w="2958527"/>
                <a:gridCol w="3803820"/>
                <a:gridCol w="38038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 / @AfterTest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@BeforeMethod / @AfterMethod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Runs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Once, around all the tests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Before and after every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Browsers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for the whole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new one for each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when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tests are steps of one journey: log in, add, check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Each test must start clean: four different logins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 the project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ShopRegression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LoginTest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82766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one driver in one place — the place just runs more often.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2395"/>
            <a:ext cx="10566166" cy="43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ElementActions, like BrowserActions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15485"/>
            <a:ext cx="5460888" cy="4129522"/>
          </a:xfrm>
          <a:prstGeom prst="roundRect">
            <a:avLst>
              <a:gd name="adj" fmla="val 2152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059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ElementActions {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2504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private final WebDriver driver;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54413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76322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type(By locator, String text) {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98222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driver.findElement(locator).sendKeys(text);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20131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42040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click(By locator) {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63949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driver.findElement(locator).click();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85849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07758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String getText(By locator) {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29667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return driver.findElement(locator).getText();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51576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7348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51458" y="1915485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2768" y="2144085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BEFORE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92768" y="2388504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1458" y="3217316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2768" y="3445916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AFTER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92768" y="3690427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page.type(By.id("user-name"), "standard_user");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51458" y="4519239"/>
            <a:ext cx="4927519" cy="1525859"/>
          </a:xfrm>
          <a:prstGeom prst="roundRect">
            <a:avLst>
              <a:gd name="adj" fmla="val 665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2768" y="4747839"/>
            <a:ext cx="4444898" cy="17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92768" y="4996007"/>
            <a:ext cx="4444898" cy="24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place to change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92768" y="5313304"/>
            <a:ext cx="4444898" cy="5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a wait next week, and every test gets it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 · THE PROMISE FROM SLIDE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found these by hand in an hour.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32998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7236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669957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49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02867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28676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351995"/>
            <a:ext cx="10566166" cy="926470"/>
          </a:xfrm>
          <a:prstGeom prst="roundRect">
            <a:avLst>
              <a:gd name="adj" fmla="val 10965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9846"/>
            <a:ext cx="101089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Hand in on the form: the lab sheet, your two .java files, and one screenshot of the run. Then run it in front of me at the start of section 5.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5197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Everything you need is on the repo: the lab sheet and two reference files per week.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browser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 https://api.example.com/users/2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 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 "id": 2, "email": "janet.weaver@reqres.in" 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website is a costume. Underneath, it talks to a server. Next week we test the server directly, with Postman.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 has two meanings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NoSuchElement: the test. AssertionError: the product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Install Postman before next week. The task is due at the start of section 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2026-10-25T02:32:51Z</dcterms:created>
  <dcterms:modified xsi:type="dcterms:W3CDTF">2026-10-25T02:32:51Z</dcterms:modified>
</cp:coreProperties>
</file>